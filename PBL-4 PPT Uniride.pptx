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68" r:id="rId5"/>
    <p:sldId id="270" r:id="rId6"/>
    <p:sldId id="259" r:id="rId7"/>
    <p:sldId id="271" r:id="rId8"/>
    <p:sldId id="260" r:id="rId9"/>
    <p:sldId id="272" r:id="rId10"/>
    <p:sldId id="262" r:id="rId11"/>
    <p:sldId id="261" r:id="rId12"/>
    <p:sldId id="273" r:id="rId13"/>
    <p:sldId id="274" r:id="rId14"/>
    <p:sldId id="275" r:id="rId15"/>
    <p:sldId id="276" r:id="rId16"/>
    <p:sldId id="266" r:id="rId17"/>
    <p:sldId id="267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/>
          <a:lstStyle/>
          <a:p>
            <a:r>
              <a:rPr lang="en-IN" dirty="0" err="1"/>
              <a:t>Uniride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Harshit Attri</a:t>
            </a:r>
          </a:p>
          <a:p>
            <a:r>
              <a:rPr lang="en-IN" dirty="0"/>
              <a:t>23FE10CSE00435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 err="1"/>
              <a:t>Dr.Juhi</a:t>
            </a:r>
            <a:r>
              <a:rPr lang="en-IN" dirty="0"/>
              <a:t> Singh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044F-3258-3ED3-6A75-64587FBA5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26AEC-8DDE-0041-EBCD-CD04C5B82534}"/>
              </a:ext>
            </a:extLst>
          </p:cNvPr>
          <p:cNvSpPr txBox="1">
            <a:spLocks/>
          </p:cNvSpPr>
          <p:nvPr/>
        </p:nvSpPr>
        <p:spPr>
          <a:xfrm>
            <a:off x="838200" y="19495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 err="1"/>
              <a:t>Uniride</a:t>
            </a:r>
            <a:r>
              <a:rPr lang="en-US" sz="4000" dirty="0"/>
              <a:t> </a:t>
            </a:r>
          </a:p>
          <a:p>
            <a:pPr marL="0" indent="0">
              <a:buNone/>
            </a:pPr>
            <a:r>
              <a:rPr lang="en-IN" dirty="0"/>
              <a:t>The Campus Commute Solution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/>
              <a:t>Uniride</a:t>
            </a:r>
            <a:r>
              <a:rPr lang="en-US" sz="1800" dirty="0"/>
              <a:t> is a dedicated web platform designed to bridge the gap between college students and local drivers.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/>
              <a:t>Facilitates ride-sharing specifically for the campus community.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Allows students to find affordable rides quickly.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Empowers drivers to connect directly with passengers without heavy platform fees.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58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DC06-594B-BFE5-7191-2756D425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Empowering Commute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E768FD-B4F7-97C5-24E0-B7E9EC2A6118}"/>
              </a:ext>
            </a:extLst>
          </p:cNvPr>
          <p:cNvSpPr/>
          <p:nvPr/>
        </p:nvSpPr>
        <p:spPr>
          <a:xfrm>
            <a:off x="794004" y="2221709"/>
            <a:ext cx="3057144" cy="363016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CD0974-CAB8-CA41-4A9C-05C19FC7C652}"/>
              </a:ext>
            </a:extLst>
          </p:cNvPr>
          <p:cNvSpPr/>
          <p:nvPr/>
        </p:nvSpPr>
        <p:spPr>
          <a:xfrm>
            <a:off x="4526139" y="2221709"/>
            <a:ext cx="3057144" cy="363016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F734D0-A12C-B347-1487-E72A6987F65E}"/>
              </a:ext>
            </a:extLst>
          </p:cNvPr>
          <p:cNvSpPr/>
          <p:nvPr/>
        </p:nvSpPr>
        <p:spPr>
          <a:xfrm>
            <a:off x="8340852" y="2221709"/>
            <a:ext cx="3057144" cy="363016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95963-EE92-FFF5-7266-88BE761A4977}"/>
              </a:ext>
            </a:extLst>
          </p:cNvPr>
          <p:cNvSpPr txBox="1"/>
          <p:nvPr/>
        </p:nvSpPr>
        <p:spPr>
          <a:xfrm>
            <a:off x="1021677" y="2588360"/>
            <a:ext cx="260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Quick &amp; Affordable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FC14D8-B25E-9589-F401-195EE71B53BF}"/>
              </a:ext>
            </a:extLst>
          </p:cNvPr>
          <p:cNvSpPr txBox="1"/>
          <p:nvPr/>
        </p:nvSpPr>
        <p:spPr>
          <a:xfrm>
            <a:off x="4753812" y="2552026"/>
            <a:ext cx="260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Driver Freedom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0B3719-10B1-EBFB-78A5-4301D61F0209}"/>
              </a:ext>
            </a:extLst>
          </p:cNvPr>
          <p:cNvSpPr txBox="1"/>
          <p:nvPr/>
        </p:nvSpPr>
        <p:spPr>
          <a:xfrm>
            <a:off x="8568525" y="2552026"/>
            <a:ext cx="260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Campus Community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11B62A-F798-5660-053F-214A76012CAD}"/>
              </a:ext>
            </a:extLst>
          </p:cNvPr>
          <p:cNvSpPr txBox="1"/>
          <p:nvPr/>
        </p:nvSpPr>
        <p:spPr>
          <a:xfrm>
            <a:off x="1027082" y="4140490"/>
            <a:ext cx="26017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Allows students to find cost-effective rides instantly. We prioritize affordability to fit the student budget while ensuring you get to class on time.</a:t>
            </a:r>
            <a:endParaRPr lang="en-IN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257EB9-7823-D798-EA34-83EC7412D667}"/>
              </a:ext>
            </a:extLst>
          </p:cNvPr>
          <p:cNvSpPr txBox="1"/>
          <p:nvPr/>
        </p:nvSpPr>
        <p:spPr>
          <a:xfrm>
            <a:off x="4747525" y="4140490"/>
            <a:ext cx="26017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Empowers drivers to connect directly with passengers. Say goodbye to middlemen—keep more of your earnings without heavy platform fees.</a:t>
            </a:r>
            <a:endParaRPr lang="en-IN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628C7D-C2C6-ED65-70B6-FC66DA4E93CF}"/>
              </a:ext>
            </a:extLst>
          </p:cNvPr>
          <p:cNvSpPr txBox="1"/>
          <p:nvPr/>
        </p:nvSpPr>
        <p:spPr>
          <a:xfrm>
            <a:off x="8577511" y="4140490"/>
            <a:ext cx="26017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More than just a ride app, </a:t>
            </a:r>
            <a:r>
              <a:rPr lang="en-US" sz="1400" dirty="0" err="1"/>
              <a:t>Uniride</a:t>
            </a:r>
            <a:r>
              <a:rPr lang="en-US" sz="1400" dirty="0"/>
              <a:t> is a dedicated bridge for the campus community, fostering trust between local drivers and students.</a:t>
            </a:r>
            <a:endParaRPr lang="en-IN" sz="1050" dirty="0"/>
          </a:p>
        </p:txBody>
      </p:sp>
      <p:pic>
        <p:nvPicPr>
          <p:cNvPr id="18" name="Graphic 17" descr="Stopwatch 66% with solid fill">
            <a:extLst>
              <a:ext uri="{FF2B5EF4-FFF2-40B4-BE49-F238E27FC236}">
                <a16:creationId xmlns:a16="http://schemas.microsoft.com/office/drawing/2014/main" id="{31914343-6AF4-6EDB-73E2-07389C683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4409" y="3117972"/>
            <a:ext cx="793755" cy="793755"/>
          </a:xfrm>
          <a:prstGeom prst="rect">
            <a:avLst/>
          </a:prstGeom>
        </p:spPr>
      </p:pic>
      <p:pic>
        <p:nvPicPr>
          <p:cNvPr id="20" name="Graphic 19" descr="Flying Money with solid fill">
            <a:extLst>
              <a:ext uri="{FF2B5EF4-FFF2-40B4-BE49-F238E27FC236}">
                <a16:creationId xmlns:a16="http://schemas.microsoft.com/office/drawing/2014/main" id="{70208C5B-9F50-0DD3-7B55-7C9E0109A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7833" y="3117972"/>
            <a:ext cx="793756" cy="793756"/>
          </a:xfrm>
          <a:prstGeom prst="rect">
            <a:avLst/>
          </a:prstGeom>
        </p:spPr>
      </p:pic>
      <p:pic>
        <p:nvPicPr>
          <p:cNvPr id="22" name="Graphic 21" descr="Users with solid fill">
            <a:extLst>
              <a:ext uri="{FF2B5EF4-FFF2-40B4-BE49-F238E27FC236}">
                <a16:creationId xmlns:a16="http://schemas.microsoft.com/office/drawing/2014/main" id="{90D7CC70-C0EB-440E-D2B5-929F4D1631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0272" y="3093424"/>
            <a:ext cx="818303" cy="81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55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589B3-76B9-31DA-192B-DE704B142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9101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25546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Current Market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US" sz="2000" b="1" dirty="0"/>
              <a:t>Why standard ride-hailing fails students:</a:t>
            </a:r>
          </a:p>
          <a:p>
            <a:pPr marL="0" indent="0">
              <a:buNone/>
            </a:pPr>
            <a:endParaRPr lang="en-US" sz="1800" b="1" dirty="0"/>
          </a:p>
          <a:p>
            <a:pPr>
              <a:lnSpc>
                <a:spcPct val="150000"/>
              </a:lnSpc>
            </a:pPr>
            <a:r>
              <a:rPr lang="en-US" sz="1800" b="1" dirty="0"/>
              <a:t>Neglected Demographics:</a:t>
            </a:r>
            <a:r>
              <a:rPr lang="en-US" sz="1800" dirty="0"/>
              <a:t> Existing ride-hailing giants often overlook the unique scheduling and budget constraints of student populations.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Surge Pricing:</a:t>
            </a:r>
            <a:r>
              <a:rPr lang="en-US" sz="1800" dirty="0"/>
              <a:t> Prices often spike specifically during class dismissal hours, making rides unaffordable when they are needed most.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Accessibility Issues:</a:t>
            </a:r>
            <a:r>
              <a:rPr lang="en-US" sz="1800" dirty="0"/>
              <a:t> A significant lack of driver availability in campus outskirts and dorm areas leaves students stranded.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C211-1F3C-ACA9-B5A4-5736D501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88DAD-DBF0-E89F-4A14-AC9F6F51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Peer-to-Peer Advantage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25224-9844-16DA-7B60-651A5DD38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2400" b="1" dirty="0"/>
              <a:t>Building a safer community:</a:t>
            </a:r>
          </a:p>
          <a:p>
            <a:pPr marL="0" indent="0">
              <a:buNone/>
            </a:pP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1800" b="1" dirty="0"/>
              <a:t>Community Trust:</a:t>
            </a:r>
            <a:r>
              <a:rPr lang="en-US" sz="1800" dirty="0"/>
              <a:t> Research consistently suggests that community-based transport models significantly increase interpersonal trust compared to anonymous services.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Enhanced Verification:</a:t>
            </a:r>
            <a:r>
              <a:rPr lang="en-US" sz="1800" dirty="0"/>
              <a:t> By strictly verifying student identities through campus credentials, platforms create a closed-loop safety environment.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Safety First:</a:t>
            </a:r>
            <a:r>
              <a:rPr lang="en-US" sz="1800" dirty="0"/>
              <a:t> This verified peer-to-peer structure offers a statistically safer alternative to public, unvetted ride-sharing options.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6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3109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66628-7144-C3F8-7A63-4A4208F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Commuter's Struggle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4508-7CD0-9773-D5A2-531ED8AEC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Students face daily challenges with transportation that impact their time and budget.</a:t>
            </a:r>
          </a:p>
          <a:p>
            <a:pPr marL="0" indent="0">
              <a:buNone/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High Costs:</a:t>
            </a:r>
            <a:r>
              <a:rPr lang="en-US" sz="2000" dirty="0"/>
              <a:t> Unpredictable cab fares drain student allowances.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Haggling:</a:t>
            </a:r>
            <a:r>
              <a:rPr lang="en-US" sz="2000" dirty="0"/>
              <a:t> Wasting time negotiating prices with drivers.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Inefficiency:</a:t>
            </a:r>
            <a:r>
              <a:rPr lang="en-US" sz="2000" dirty="0"/>
              <a:t> Long wait times and ride cancellations.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Driver Instability:</a:t>
            </a:r>
            <a:r>
              <a:rPr lang="en-US" sz="2000" dirty="0"/>
              <a:t> Drivers struggle with platform commissions and lack of control over their earnings.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812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200" b="1" dirty="0"/>
          </a:p>
          <a:p>
            <a:pPr marL="0" indent="0">
              <a:buNone/>
            </a:pPr>
            <a:r>
              <a:rPr lang="en-IN" sz="2200" b="1" dirty="0"/>
              <a:t>For Students</a:t>
            </a:r>
          </a:p>
          <a:p>
            <a:r>
              <a:rPr lang="en-US" sz="1800" dirty="0"/>
              <a:t>Minimize daily commute expenses through shared rides.</a:t>
            </a:r>
          </a:p>
          <a:p>
            <a:r>
              <a:rPr lang="en-US" sz="1800" dirty="0"/>
              <a:t>Reduce time spent waiting for cabs or buses.</a:t>
            </a:r>
          </a:p>
          <a:p>
            <a:r>
              <a:rPr lang="en-US" sz="1800" dirty="0"/>
              <a:t>Enhance safety by riding with verified peers or trusted drivers.</a:t>
            </a:r>
          </a:p>
          <a:p>
            <a:pPr marL="0" indent="0">
              <a:buNone/>
            </a:pPr>
            <a:endParaRPr lang="en-IN" sz="2200" b="1" dirty="0"/>
          </a:p>
          <a:p>
            <a:pPr marL="0" indent="0">
              <a:buNone/>
            </a:pPr>
            <a:r>
              <a:rPr lang="en-IN" sz="2200" b="1" dirty="0"/>
              <a:t>For Drivers</a:t>
            </a:r>
          </a:p>
          <a:p>
            <a:r>
              <a:rPr lang="en-US" sz="1800" dirty="0"/>
              <a:t>Provide equal opportunity to independent drivers.</a:t>
            </a:r>
          </a:p>
          <a:p>
            <a:r>
              <a:rPr lang="en-US" sz="1800" dirty="0"/>
              <a:t>Allow drivers to set competitive fares without platform interference.</a:t>
            </a:r>
          </a:p>
          <a:p>
            <a:r>
              <a:rPr lang="en-US" sz="1800" dirty="0"/>
              <a:t>Create a steady stream of passengers from the university hub.</a:t>
            </a:r>
          </a:p>
          <a:p>
            <a:pPr marL="0" indent="0">
              <a:buNone/>
            </a:pP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5677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Proposed Methodology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FE5EB-ADFE-4B4A-83E2-CDEE4BF01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36690"/>
            <a:ext cx="10515595" cy="861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Easy Interface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A30191-B06F-3FF7-4861-B2BC09E3A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9" r="13692" b="3"/>
          <a:stretch>
            <a:fillRect/>
          </a:stretch>
        </p:blipFill>
        <p:spPr>
          <a:xfrm>
            <a:off x="644893" y="402721"/>
            <a:ext cx="3123853" cy="18719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2FAAB1-FC32-2FB6-620F-3865589D8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9" r="2848" b="3"/>
          <a:stretch>
            <a:fillRect/>
          </a:stretch>
        </p:blipFill>
        <p:spPr>
          <a:xfrm>
            <a:off x="4437246" y="402721"/>
            <a:ext cx="3015017" cy="18719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777DFE-86B5-F8B5-FDAE-A9FBD38B3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1" r="4" b="4"/>
          <a:stretch>
            <a:fillRect/>
          </a:stretch>
        </p:blipFill>
        <p:spPr>
          <a:xfrm>
            <a:off x="8434644" y="402721"/>
            <a:ext cx="3015017" cy="18719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11AEC9-DCA0-9252-BF4F-524C051FB5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" r="3" b="3"/>
          <a:stretch>
            <a:fillRect/>
          </a:stretch>
        </p:blipFill>
        <p:spPr>
          <a:xfrm>
            <a:off x="644893" y="2969929"/>
            <a:ext cx="3123854" cy="18719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5AC74D8-D085-E589-7E73-E26C223DEC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0" r="20073" b="2"/>
          <a:stretch>
            <a:fillRect/>
          </a:stretch>
        </p:blipFill>
        <p:spPr>
          <a:xfrm>
            <a:off x="4437245" y="2969929"/>
            <a:ext cx="3015017" cy="18719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FEC83B-E870-B016-D26B-033818762F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6" r="12206" b="5"/>
          <a:stretch>
            <a:fillRect/>
          </a:stretch>
        </p:blipFill>
        <p:spPr>
          <a:xfrm>
            <a:off x="8434645" y="2969929"/>
            <a:ext cx="3015016" cy="18719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1408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AA501-A0B3-FC33-525C-469664C2B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Easy to post rides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3FC9A0-BC24-9C9E-C88F-C59444F3A5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866454"/>
            <a:ext cx="5614416" cy="315810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FFC5CE-8209-F526-6A92-F471A1B35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2866454"/>
            <a:ext cx="5614416" cy="315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15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5B95-DF7E-0DA3-D1C1-F9292AE26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6257"/>
            <a:ext cx="6926703" cy="80416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Admin control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C8A8A0-9C97-5335-B688-3A681B9EEE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4" b="18217"/>
          <a:stretch>
            <a:fillRect/>
          </a:stretch>
        </p:blipFill>
        <p:spPr>
          <a:xfrm>
            <a:off x="20" y="10"/>
            <a:ext cx="12191980" cy="527993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E76F6F3-F5F0-B26D-1B63-73AD0299B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51935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BC84BA2-BCC1-89D4-5592-8B2364E6B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C4FA24-7C12-A16B-31C2-89175017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34354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8791-BC1D-94E5-127F-D8581E64E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000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Flowchart and Roadmap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7A3970-E3E4-7126-94B0-49E416A9DA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990" y="1538677"/>
            <a:ext cx="7170019" cy="48290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1961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/>
              <a:t>Result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9AEC72AF-2D22-18B3-1402-527BC0B95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5517"/>
            <a:ext cx="10515600" cy="3596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Uniride</a:t>
            </a:r>
            <a:r>
              <a:rPr lang="en-US" sz="2400" dirty="0"/>
              <a:t> has successfully evolved into a </a:t>
            </a:r>
            <a:r>
              <a:rPr lang="en-US" sz="2400" b="1" dirty="0"/>
              <a:t>validated functional prototype</a:t>
            </a:r>
            <a:r>
              <a:rPr lang="en-US" sz="2400" dirty="0"/>
              <a:t>, where the core infrastructure including Firebase authentication and real-time database synchronization is 100% operational and stable. While the "App Shell" and modern UI design system are now 60% complete and significantly faster than earlier versions, the project is currently at a critical pivot point, shifting focus toward the "Real-Time Engine" which includes live GPS tracking and payment integration. You have effectively moved from a basic concept to a structured, data-driven application that is ready to handle the complex logic required for a live carpooling environment at MUJ.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The outcome of </a:t>
            </a:r>
            <a:r>
              <a:rPr lang="en-US" sz="1600" dirty="0" err="1"/>
              <a:t>Uniride</a:t>
            </a:r>
            <a:r>
              <a:rPr lang="en-US" sz="1600" dirty="0"/>
              <a:t> reflects a transition from a conceptual framework to a live, functional ecosystem tailored for the MUJ community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Project Outcome &amp; Real-Time Deployment (partial deployment)</a:t>
            </a:r>
          </a:p>
          <a:p>
            <a:pPr marL="0" indent="0">
              <a:buNone/>
            </a:pPr>
            <a:r>
              <a:rPr lang="en-US" sz="2000" dirty="0"/>
              <a:t>By the end of the current semester, I have achieved a fully functional prototype with a real-time backend deployed via Firebase and a web interface hosted on GitHub Pages, successfully validating core features like user authentication and live data synchronization. Moving into the next semester, the final outcome will be a partially completed real-time deployment that integrates live GPS tracking and a student-specific matching algorithm, providing a production-ready MVP (Minimum Viable Product) capable of facilitating secure, verifiable carpools between students. This evolution ensures that the project moves beyond a simple interface to a scalable tool that solves the commute problem within the university ecosystem.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0C71605-1FBF-D3C0-89E4-EAF84B4872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08393"/>
            <a:ext cx="1037234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Firebase Documentation: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Reference for backend scaling, real-time database synchronization, and user authentication.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Maps Platform /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Mapbox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SDK: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 for implementing live GPS tracking and route polyline calculations.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 dirty="0"/>
              <a:t>Uber Case Studies:</a:t>
            </a:r>
            <a:r>
              <a:rPr lang="en-US" sz="1800" dirty="0"/>
              <a:t> Reference these for ride-matching logic and post-ride rating systems.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750</Words>
  <Application>Microsoft Office PowerPoint</Application>
  <PresentationFormat>Widescreen</PresentationFormat>
  <Paragraphs>82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Office Theme</vt:lpstr>
      <vt:lpstr>Uniride</vt:lpstr>
      <vt:lpstr>Outline</vt:lpstr>
      <vt:lpstr>INTRODUCTION</vt:lpstr>
      <vt:lpstr>Empowering Commute</vt:lpstr>
      <vt:lpstr>LITERATURE REVIEW</vt:lpstr>
      <vt:lpstr>Current Market Gaps</vt:lpstr>
      <vt:lpstr>The Peer-to-Peer Advantage</vt:lpstr>
      <vt:lpstr>PROBLEM STATEMENT</vt:lpstr>
      <vt:lpstr>The Commuter's Struggle</vt:lpstr>
      <vt:lpstr>Objectives</vt:lpstr>
      <vt:lpstr>Proposed Methodology</vt:lpstr>
      <vt:lpstr>Easy Interface</vt:lpstr>
      <vt:lpstr>Easy to post rides</vt:lpstr>
      <vt:lpstr>Admin control</vt:lpstr>
      <vt:lpstr>Flowchart and Roadmap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Harshit Attri</cp:lastModifiedBy>
  <cp:revision>18</cp:revision>
  <dcterms:created xsi:type="dcterms:W3CDTF">2025-09-29T05:03:41Z</dcterms:created>
  <dcterms:modified xsi:type="dcterms:W3CDTF">2026-02-17T19:33:27Z</dcterms:modified>
</cp:coreProperties>
</file>